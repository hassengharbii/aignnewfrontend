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12188952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IA de suivi des accidents de la route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Nationale — Présentation du système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automatique par intelligence artificielle · Base de données centralisée · Tableau de bord interactif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 dashboard 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unités de la Garde Nationale rédigent quotidiennement des rapports texte sur les accidents de la route.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rapports contiennent une information riche (lieu, victimes, véhicules, causes) mais non structurée — difficile à analyser à grande échelle.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transformer automatiquement ce texte brut en données structurées et exploitables, grâce à un modèle d'intelligence artificielle (LLM).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: un tableau de bord unique, mis à jour automatiquement, pour le suivi, l’analyse et la prise de décision.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IA — Garde Nationale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système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collecte à la visualisation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Collecte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2286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Récupération automatique et continue des nouveaux événements depuis la source (API).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4612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0020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IA — Classification &amp; extraction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2148840"/>
            <a:ext cx="2286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d’IA (LLM) lit chaque rapport texte, le classe par catégorie et en extrait les champs clés (lieu, victimes, véhicules, cause...).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Stockage structuré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148840"/>
            <a:ext cx="2286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extraites sont enregistrées dans une base de données centrale, avec l'historique complet.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15400" y="32918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52560" y="160020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Visualisation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1160" y="2148840"/>
            <a:ext cx="2286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web interactif : indicateurs, cartes, graphiques, filtres, recherche, export et rapports.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IA — Garde Nationale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des données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+ fichiers Excel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(PostgreSQL)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central de tous les événements traités par l’IA.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 texte brut original ET les données structurées extraites.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automatique et continue (nouveaux événements détectés périodiquement).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unique de vérité pour le tableau de bord.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Excel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des données filtrées depuis le dashboard, à tout moment.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avec les outils bureautiques existants (analyse, archivage, partage).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également l’intégration de données complémentaires si besoin.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A142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: ce système ne dépend pas d’OODA — les données proviennent uniquement de la base de données et des fichiers Excel décrits ci-dessus.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données visualisées (1/2)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 et répartition géographique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 (KPIs)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total d'accidents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tués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blessés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gravité et par statut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géographique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 par gouvernorat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région opérationnelle (Iqlim) et secteur (Minṭaqa)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par délégation (Mu’tamadiyya) et secteur local (‘Imāda)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croisée région × heure (carte de chaleur)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IA — Garde Nationale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données visualisées (2/2)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temporelle, causes et parties impliquées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temporelle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heure de la journée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par jour de la semaine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 mensuelle de l'évolution des accidents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0020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et parties impliquées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50292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/ types d'accidents (sous-catégories)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route (nationale, régionale, locale...)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véhicules et d'usagers impliqués (voiture, moto, piéton, poids lourd...)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Mots-clés extraits automatiquement de chaque rapport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IA — Garde Nationale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avancés combinables : région, cause, gravité, statut, période...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 personnes impliquées (par nom) à travers l’historique des événements.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des données filtrées au format Excel, en un clic.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automatique d’un rapport Word structuré, selon le modèle standard en vigueur.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manuelle possible d’un champ extrait par l’IA, en cas d’erreur.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Dashboard IA — Garde Nationale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 : fini la saisie manuelle des rapports pour l’analyse statistique.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structurées et fiables, disponibles en continu.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claire et centralisée pour l'aide à la décision.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indépendante : base de données propre + export Excel, sans dépendance à OODA.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IA de suivi des accidents de la route</dc:title>
  <dc:subject>PptxGenJS Presentation</dc:subject>
  <dc:creator>Garde Nationale</dc:creator>
  <cp:lastModifiedBy>Garde Nationale</cp:lastModifiedBy>
  <cp:revision>1</cp:revision>
  <dcterms:created xsi:type="dcterms:W3CDTF">2026-10-12T12:29:53Z</dcterms:created>
  <dcterms:modified xsi:type="dcterms:W3CDTF">2026-10-12T12:29:53Z</dcterms:modified>
</cp:coreProperties>
</file>